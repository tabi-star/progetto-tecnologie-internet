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aa3262f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aa3262f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abf1518c0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abf1518c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acb90887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acb90887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acb90887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acb90887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f1518c0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abf1518c0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cb90887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acb90887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4.jpg"/><Relationship Id="rId5" Type="http://schemas.openxmlformats.org/officeDocument/2006/relationships/image" Target="../media/image9.png"/><Relationship Id="rId6" Type="http://schemas.openxmlformats.org/officeDocument/2006/relationships/image" Target="../media/image2.jpg"/><Relationship Id="rId7" Type="http://schemas.openxmlformats.org/officeDocument/2006/relationships/image" Target="../media/image15.jp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Progetto “TRCinema”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 Ayoub Tabiri e Benedetto Rucci.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2" type="body"/>
          </p:nvPr>
        </p:nvSpPr>
        <p:spPr>
          <a:xfrm>
            <a:off x="4788400" y="457500"/>
            <a:ext cx="4045200" cy="42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Il progetto “TRCinema” è una piattaforma web per la gestione di un cinema multisala.</a:t>
            </a:r>
            <a:endParaRPr b="1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b="1" lang="it" sz="1500"/>
              <a:t>Permette agli utenti di consultare i film, acquistare i biglietti e gestire le informazioni personali.</a:t>
            </a:r>
            <a:endParaRPr b="1"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b="1" lang="it" sz="1500"/>
              <a:t>Integra funzioni come l’invio automatico di email di conferma e reset della password.</a:t>
            </a:r>
            <a:endParaRPr b="1"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b="1" lang="it" sz="1500"/>
              <a:t>Prevede due tipi di utenti: “consumer” e “admin”.</a:t>
            </a:r>
            <a:endParaRPr b="1"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79" name="Google Shape;79;p14" title="Screenshot 2025-11-28 alle 15.26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07" y="71800"/>
            <a:ext cx="4353200" cy="11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975" y="4156125"/>
            <a:ext cx="1450975" cy="8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 title="user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3724" y="3983000"/>
            <a:ext cx="1148375" cy="1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 title="istockphoto-1191488141-612x61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924" y="2789424"/>
            <a:ext cx="1289075" cy="108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 title="150442696-carta-d-identità-modello-di-progettazione-vettoriale-icona-della-carta-di-sicurezza-su-sfondo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41438" y="2849438"/>
            <a:ext cx="1372950" cy="960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 title="movie-logo-illustration-3510254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0999" y="1379025"/>
            <a:ext cx="1372950" cy="137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 title="4532471-icona-piatta-di-vettore-videocamera-o-proiettore-cinematografico-vettoriale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76026" y="1434487"/>
            <a:ext cx="1503774" cy="12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DEL SISTEMA:</a:t>
            </a:r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5516350" y="1197803"/>
            <a:ext cx="3205500" cy="31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chemeClr val="dk1"/>
                </a:solidFill>
              </a:rPr>
              <a:t>“</a:t>
            </a:r>
            <a:r>
              <a:rPr b="1" lang="it" sz="2000">
                <a:solidFill>
                  <a:schemeClr val="dk1"/>
                </a:solidFill>
              </a:rPr>
              <a:t>Client-Server</a:t>
            </a:r>
            <a:r>
              <a:rPr b="1" lang="it" sz="2000">
                <a:solidFill>
                  <a:schemeClr val="dk1"/>
                </a:solidFill>
              </a:rPr>
              <a:t>”</a:t>
            </a:r>
            <a:r>
              <a:rPr b="1" lang="it" sz="2000">
                <a:solidFill>
                  <a:schemeClr val="dk1"/>
                </a:solidFill>
              </a:rPr>
              <a:t>:</a:t>
            </a:r>
            <a:endParaRPr b="1" sz="20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Il server, implementato nel backend, espone una serie di API REST che il client utilizza per accedere ai servizi del sistema.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Il client, implementato nel frontend, fornisce l’interfaccia grafica con cui l’utente interagisce ed esegue le chiamate HTTP, per ottenere i dati dal server.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1200"/>
              </a:spcAft>
              <a:buSzPts val="1200"/>
              <a:buChar char="●"/>
            </a:pPr>
            <a:r>
              <a:rPr lang="it" sz="1200"/>
              <a:t>I dati scambiati tra le due parti sono in formato JSON.</a:t>
            </a:r>
            <a:endParaRPr sz="1200"/>
          </a:p>
        </p:txBody>
      </p:sp>
      <p:pic>
        <p:nvPicPr>
          <p:cNvPr id="92" name="Google Shape;92;p15" title="client-ser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475" y="1211350"/>
            <a:ext cx="4107832" cy="24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 title="was-ist-json_600x250px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1737" y="3780325"/>
            <a:ext cx="1919325" cy="84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69337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5076325" y="247800"/>
            <a:ext cx="37602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Database:</a:t>
            </a:r>
            <a:endParaRPr b="1"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 tipo relazionale.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E’ stato generato in locale tramite MariaDB derivato da MySQL con mysql2 driver.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 è utilizzato DBeaver come interfaccia grafica.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 si è associato ad un utente creato per il progetto, a cui sono stati concessi tutti i permessi delle operazioni sul database, così da isolare le sue azioni e garantire maggiore sicurezza.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Il codice per la sua creazione è nel file “DatabaseCreation.sql” contenuto nella cartella del progetto.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it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Il codice per cancellare tutti i dati dal database è nel file “Script_cleanDB.sql”, sempre nella cartella del progetto.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0" name="Google Shape;100;p16" title="019d31123782932ac3e85ee51c6e1f6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1425" y="4254625"/>
            <a:ext cx="2062525" cy="6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 title="MariaDB_colour_logo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4550" y="4254625"/>
            <a:ext cx="2331674" cy="66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59560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Security Patterns: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43125" y="939250"/>
            <a:ext cx="2811300" cy="23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“Middleware”:</a:t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Per proteggere gli endpoint più sensibili che richiedono autenticazione.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Per validare gli input lato server, riducendo il rischio di dati non corretti o potenzialmente dannosi inviati dal client.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123000" y="905700"/>
            <a:ext cx="2850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“Prepared statements”:</a:t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 tutte le operazioni verso il database, garantendo una gestione più sicura  delle query parametrizzate, per prevenire attacchi di tipo “SQL Injection”.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6241575" y="905700"/>
            <a:ext cx="2850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“Hashing”:</a:t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Per la protezione delle password degli utenti, rendendole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illeggibili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e impedendo la loro ricostruzione in caso di accesso non autorizzato.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" name="Google Shape;110;p17" title="BodyMiddlewar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531965"/>
            <a:ext cx="2811300" cy="1040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182665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8488" y="3224614"/>
            <a:ext cx="1347601" cy="134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172095606049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6010" y="3631463"/>
            <a:ext cx="2948849" cy="8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58770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TECNOLOGIE, FRAMEWORK E STRUMENTI DI SVILUPPO </a:t>
            </a:r>
            <a:r>
              <a:rPr lang="it"/>
              <a:t>UTILIZZATI</a:t>
            </a:r>
            <a:r>
              <a:rPr lang="it"/>
              <a:t>:</a:t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5797200" y="1091350"/>
            <a:ext cx="33468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“Strumenti di sviluppo”: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NPM: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Package manager.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Nodemon: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auto-restart server in sviluppo.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Environment variables: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configurazione per ambienti con file “dotenv”.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11700" y="1087113"/>
            <a:ext cx="2811300" cy="23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“Backend”: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Node.js: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runtime javascript.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Express</a:t>
            </a: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.js: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reb framework.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Es Modules: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sistema di moduli.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Autenticazione: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JWT, bcryptjs e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crypto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Email: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nodemailer e gmail SMTP.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Database</a:t>
            </a: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MariaDB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166350" y="1087127"/>
            <a:ext cx="2811300" cy="23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“Frontend”: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React.js: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Libreria UI con html e css.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React Router: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routing client-side.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Vite: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build tool e dev server.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Axios: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come HTTP client per le chiamate API.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Icon library: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Lucide react per icone 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217350" y="3741166"/>
            <a:ext cx="30000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“QR Code”: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qrcode</a:t>
            </a: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generazione QR Code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Custom QR Reader: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sistema validazione personalizzato.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3071995" y="3741175"/>
            <a:ext cx="300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“Condivisione del codice”: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GitHub: </a:t>
            </a: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 la sua versione Desktop.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3" name="Google Shape;123;p18" title="1_NJSv6DGoKTloI8d8im98z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1925" y="3563116"/>
            <a:ext cx="706925" cy="7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github-desktop-2021-05-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8850" y="4366025"/>
            <a:ext cx="773288" cy="74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f3a9a38b-116d-4b35-8f46-8d8abb78166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1750" y="2903688"/>
            <a:ext cx="1696749" cy="4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Vitejs-logo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0558" y="3563125"/>
            <a:ext cx="759117" cy="747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Node.js_logo.sv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3275" y="2799850"/>
            <a:ext cx="1044228" cy="63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9" title="Screenshot 2025-11-29 alle 02.00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850" y="0"/>
            <a:ext cx="588831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0" title="IMG_327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775" y="0"/>
            <a:ext cx="11100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3407525" y="1353300"/>
            <a:ext cx="4656300" cy="24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Biglietto che viene inviato via mail all’acquirente:</a:t>
            </a:r>
            <a:endParaRPr b="1"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Sono indicate le informazioni relative alla prenotazione effettuata. Inoltre, è presente il codice QR da far scansionare e convalidare dai gestori del cinema.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L’invio del biglietto, avviene dopo un’operazione di pagamento simulato.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 title="Screenshot 2025-11-29 alle 02.08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75" y="152400"/>
            <a:ext cx="337346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4443050" y="1830100"/>
            <a:ext cx="38799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Mail per il reset della password:</a:t>
            </a:r>
            <a:endParaRPr b="1"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Mail inviata all’utente per reimpostare la propria password, nel caso l’abbia dimenticata oppure persa.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423600" y="1800750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Fine presentazione.</a:t>
            </a: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2842995" y="4298861"/>
            <a:ext cx="600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 può procedere con la visione del sito e del suo funzionamento…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